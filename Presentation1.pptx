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7"/>
  </p:normalViewPr>
  <p:slideViewPr>
    <p:cSldViewPr snapToGrid="0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9AAD-DC25-92F7-6251-682FF4A70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B755B-0768-72FC-EFDB-37B81208C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6835-5511-9C20-25D5-3BA9A2A9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8E6A8-20B1-41CF-C55B-7181CFC2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5911F-3903-050E-50F6-433138E9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2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ACE5-28F5-5257-F2BD-2D9EF6AF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B663C-A953-26DD-10A6-BE8B8F13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720F0-0712-53F5-B445-B255FDF0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9012-F827-2C57-B4F1-3FD8A221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E66D9-80E7-C0E3-DC13-3427AF03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2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86C0-5543-DD1B-F318-A0FB4F6E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E4A2A-16B3-3B37-9278-05213B6A7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0ED52-BA58-3943-33D2-D78EA5AB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BC16A-2B21-8607-B256-6C574086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A2C2E-331E-2AC5-93F1-B2BBAEF2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5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20B5-86A8-D925-437F-CB1DC0F6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C0DCF-A571-A06C-1154-A1DC62406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78B65-F480-4F9F-B825-D5246A388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5FB68-BAE4-9159-0018-43ACC22E8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59DD5-DA6E-7F2F-2A13-3A3AD4E6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E487B-602B-27A8-07E8-E838784A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2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8968-FA42-D55E-4733-7AE550B1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E4F4D-B8BD-28B1-5894-A50E7F7B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B4365-5121-7B59-293C-5A642B460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1133F-0BD6-16DC-9C26-C696AD0F8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D1500-5336-44ED-F9C7-A41292D14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74E12-5B16-06B9-B446-BAF5C513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8BEB4-C589-C65A-A5D9-054E6D95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672FEA-FA86-5070-5250-B8096EDE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6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F52B-D6C2-BFA5-FCAE-7F723AC1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4C56A-A43D-F994-2A94-8A9BAC19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1718B-C263-0238-D6D5-A1B3AD0B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9177F-87F3-EFA2-5419-B6194B42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0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4A463-F6FE-0175-5462-0CC19810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AED09-46CA-C7B1-6A92-328BAC28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0507A-586C-3A33-E1ED-F1D60461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4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34A9-E789-E84B-D6AB-B36B14A5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75B9-1D99-73C2-A2A2-562F758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D6F82-8806-F1B5-D8C7-9D6F2EAFF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20726-A39B-8D9D-1FA8-08D29949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0D917-4C60-6142-EEE7-F859E50D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8245F-117A-61CD-CB4F-87874FB9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9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1BDC-339B-768C-581C-9264C277A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42078-F834-1A18-BDD5-F49029922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AD15A-5349-07B8-B323-E420BE1FC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48E91-1504-6C0C-B358-FC38286D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AE7C4-3A5F-18FD-6708-D48A0A1E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99FA-014D-06B0-085E-75A197E9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1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27CD-9AE0-693F-350E-229C3C97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8BDED-A2E2-65BC-2945-CF359679C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9335-6A42-B29A-5239-89F1BDCE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AF67-A889-3058-D863-5F4CD44E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383B-A226-4823-D94C-3C3FE88E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7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94EB3-9C2D-CDFE-AEDC-67D5BA40D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BB198-3413-1940-314C-A355B4356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7654E-9BDF-3E68-26D3-5CA86DBB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548D-DF0A-6D26-77A4-3F8359CB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F85AE-75A0-9980-A6EC-1D1B3DE43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03CDD-21B4-30DF-92D1-9DB1A761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6A04F-9CB3-80DE-3284-66242D66B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CDE8E-92E0-A959-F5DF-CE15F9B5C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E3CA4-98C9-5046-BAF4-C96A6413D66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7A433-6D3D-76DE-EB36-1E6CB21F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0E5E9-221A-168C-4DDC-09F70C9DC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6C668-6B5F-1A45-B9EC-8EBA700AA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9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63DA-99CF-FD6A-3E4F-967EB6084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587538" flipH="1" flipV="1">
            <a:off x="6337995" y="-942620"/>
            <a:ext cx="1639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92C6C-D657-8F30-0662-EC74B2015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9467936" y="3544866"/>
            <a:ext cx="1200063" cy="57172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A46CC-5B00-D19C-D6B6-566B972BD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37" y="1063459"/>
            <a:ext cx="10985326" cy="473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6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3E93-48CC-18BE-9E34-056610C13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5AE0ED-CD79-784B-5BD2-A76079CC7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6" y="0"/>
            <a:ext cx="12173864" cy="6858000"/>
          </a:xfrm>
        </p:spPr>
      </p:pic>
    </p:spTree>
    <p:extLst>
      <p:ext uri="{BB962C8B-B14F-4D97-AF65-F5344CB8AC3E}">
        <p14:creationId xmlns:p14="http://schemas.microsoft.com/office/powerpoint/2010/main" val="1462605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5777-A87D-7038-15CC-3AFAF213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67933C-B637-9B1C-2370-1FEBA1362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0113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DB9D-7571-EE88-2693-9014DCED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F8CF54-E9AA-82E2-2612-0F1E8AEB2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66600" cy="6858000"/>
          </a:xfrm>
        </p:spPr>
      </p:pic>
    </p:spTree>
    <p:extLst>
      <p:ext uri="{BB962C8B-B14F-4D97-AF65-F5344CB8AC3E}">
        <p14:creationId xmlns:p14="http://schemas.microsoft.com/office/powerpoint/2010/main" val="157948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E8C6-8F3E-C084-4EFF-A1B89FA1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F94312-908B-B7D2-8B3C-C9A896E88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6064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DF94-CBC5-893F-777A-6F410D61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8B209-914B-4CF3-08B7-65FCBF9F5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54" y="65761"/>
            <a:ext cx="11937491" cy="6726477"/>
          </a:xfrm>
        </p:spPr>
      </p:pic>
    </p:spTree>
    <p:extLst>
      <p:ext uri="{BB962C8B-B14F-4D97-AF65-F5344CB8AC3E}">
        <p14:creationId xmlns:p14="http://schemas.microsoft.com/office/powerpoint/2010/main" val="386443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FBAB-5457-7CE2-2005-5A6664BE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154120-2E14-60D5-DD3F-215625B6D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764055"/>
          </a:xfrm>
        </p:spPr>
      </p:pic>
    </p:spTree>
    <p:extLst>
      <p:ext uri="{BB962C8B-B14F-4D97-AF65-F5344CB8AC3E}">
        <p14:creationId xmlns:p14="http://schemas.microsoft.com/office/powerpoint/2010/main" val="16718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CE3A-59C6-22BA-090D-59B73159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F01A60-F949-5265-2742-6E113754C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6567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5010-EC11-5D2E-3744-74C0088E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EEFB0-F8E0-A22B-2D36-91334078C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885" y="200415"/>
            <a:ext cx="11423737" cy="6292459"/>
          </a:xfrm>
        </p:spPr>
      </p:pic>
    </p:spTree>
    <p:extLst>
      <p:ext uri="{BB962C8B-B14F-4D97-AF65-F5344CB8AC3E}">
        <p14:creationId xmlns:p14="http://schemas.microsoft.com/office/powerpoint/2010/main" val="3917388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F187-BA06-9C2C-804C-0507C1BC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423CFE-7B24-DB01-9793-F87AB00B5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53807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919557258199</dc:creator>
  <cp:lastModifiedBy>919557258199</cp:lastModifiedBy>
  <cp:revision>1</cp:revision>
  <dcterms:created xsi:type="dcterms:W3CDTF">2026-02-17T22:44:45Z</dcterms:created>
  <dcterms:modified xsi:type="dcterms:W3CDTF">2026-02-17T22:53:20Z</dcterms:modified>
</cp:coreProperties>
</file>